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E65100"/>
                </a:solidFill>
                <a:latin typeface="Newsreader"/>
              </a:defRPr>
            </a:pPr>
            <a:r>
              <a:t>Just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C1C19"/>
                </a:solidFill>
                <a:latin typeface="Newsreader"/>
              </a:defRPr>
            </a:pPr>
            <a:r>
              <a:t>Task Runner para Polyglots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5100"/>
                </a:solidFill>
                <a:latin typeface="Newsreader"/>
              </a:defRPr>
            </a:pPr>
            <a:r>
              <a:t>—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Múltiples comandos en tu proyecto: npm run, pytest, docker compose up, cargo test...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Nadie recuerda cuál es cuál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El README.md tiene un apartado 'Comandos' que nadie actualiza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Cada framework hace lo suyo (npm scripts, Gradle, Cargo, Makefile)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5100"/>
                </a:solidFill>
                <a:latin typeface="Newsreader"/>
              </a:defRPr>
            </a:pPr>
            <a:r>
              <a:t>— ¿Qué es Just?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Un task runner (ejecutor de tareas) moderno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Define recetas en un archivo llamado justfile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Agnóstico del lenguaje: Python, Node, Java, Rust, Go, Bash...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NO intenta ser un lenguaje de build completo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Es Make, pero sin la mierda de 1976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5100"/>
                </a:solidFill>
                <a:latin typeface="Newsreader"/>
              </a:defRPr>
            </a:pPr>
            <a:r>
              <a:t>— ¿Por qué no seguir con Make?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Make hace bien: dependencias, es estándar desde 1976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Make hace mal: sintaxis arcana (tabs, escaping, reglas implícitas)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Just vs Make: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Sintaxis clara y moderna (sin tabs ocultos)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Funciona igual en Linux, macOS, Windows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Mejor manejo de errores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5100"/>
                </a:solidFill>
                <a:latin typeface="Newsreader"/>
              </a:defRPr>
            </a:pPr>
            <a:r>
              <a:t>— Problemas que Just resuelve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✓ Documentación viva: just --help lista todas las tareas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✓ Portabilidad multilenguaje: un justfile para todo tu stack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✓ Sintaxis humana: legible, sin sorpresas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✓ Error handling robusto: si algo falla, se detiene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✓ Composición: recetas pueden llamar otras recetas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5100"/>
                </a:solidFill>
                <a:latin typeface="Newsreader"/>
              </a:defRPr>
            </a:pPr>
            <a:r>
              <a:t>— ¿Qué NO hace Just?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✗ NO es gestor de dependencias (npm, pip, cargo son mejores)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✗ NO es lenguaje de build (no compila código fuente)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✗ NO es sistema de CI/CD (pero juega bien con GitHub Actions)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✗ NO reemplaza Docker (pero orquesta containers)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✗ NO es cross-platform mágico (si escribes scripts Windows-only...)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5100"/>
                </a:solidFill>
                <a:latin typeface="Newsreader"/>
              </a:defRPr>
            </a:pPr>
            <a:r>
              <a:t>— Instalación &amp; Disponibilidad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macOS:  brew install just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Linux:  sudo apt install just  (o dnf, pacman...)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Windows:  choco install just  (o cargo install just)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✓ Empaquetado en la mayoría de distros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✓ Multi-plataforma (Linux, macOS, Windows)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✓ Binario único, sin dependencias de runtime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5100"/>
                </a:solidFill>
                <a:latin typeface="Newsreader"/>
              </a:defRPr>
            </a:pPr>
            <a:r>
              <a:t>— Sintaxis Básica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3EB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lnSpc>
                <a:spcPct val="120000"/>
              </a:lnSpc>
              <a:defRPr sz="1100">
                <a:solidFill>
                  <a:srgbClr val="1C1C19"/>
                </a:solidFill>
                <a:latin typeface="Courier New"/>
              </a:defRPr>
            </a:pPr>
            <a:r>
              <a:t># Comentario</a:t>
            </a:r>
            <a:br/>
            <a:r>
              <a:t>PYTHON := "python3"</a:t>
            </a:r>
            <a:br/>
            <a:br/>
            <a:r>
              <a:t>hello:</a:t>
            </a:r>
            <a:br/>
            <a:r>
              <a:t>    echo "Hello, Mexicali!"</a:t>
            </a:r>
            <a:br/>
            <a:br/>
            <a:r>
              <a:t>build: hello</a:t>
            </a:r>
            <a:br/>
            <a:r>
              <a:t>    echo "Building..."</a:t>
            </a:r>
            <a:br/>
            <a:br/>
            <a:r>
              <a:t>greet name:</a:t>
            </a:r>
            <a:br/>
            <a:r>
              <a:t>    echo "Hola, {{name}}!"</a:t>
            </a:r>
            <a:br/>
            <a:br/>
            <a:r>
              <a:t># Ejecución</a:t>
            </a:r>
            <a:br/>
            <a:r>
              <a:t>just hello</a:t>
            </a:r>
            <a:br/>
            <a:r>
              <a:t>just greet Alice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5100"/>
                </a:solidFill>
                <a:latin typeface="Newsreader"/>
              </a:defRPr>
            </a:pPr>
            <a:r>
              <a:t>— Features que usarás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Variables: PYTHON := 'python3'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Parámetros: run port='8000'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Scripts multilínea: #!/bin/bash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Condicionales: {{if}} ... {{else}} ... {{end}}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Exports &amp; Env: export DATABASE_URL := 'postgres://...'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Dependencias: test: setup lint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5100"/>
                </a:solidFill>
                <a:latin typeface="Newsreader"/>
              </a:defRPr>
            </a:pPr>
            <a:r>
              <a:t>— Ejemplo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3EB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lnSpc>
                <a:spcPct val="120000"/>
              </a:lnSpc>
              <a:defRPr sz="1100">
                <a:solidFill>
                  <a:srgbClr val="1C1C19"/>
                </a:solidFill>
                <a:latin typeface="Courier New"/>
              </a:defRPr>
            </a:pPr>
            <a:r>
              <a:t>PYTHON := "python3"</a:t>
            </a:r>
            <a:br/>
            <a:r>
              <a:t>VENV := ".venv"</a:t>
            </a:r>
            <a:br/>
            <a:br/>
            <a:r>
              <a:t>setup:</a:t>
            </a:r>
            <a:br/>
            <a:r>
              <a:t>    {{PYTHON}} -m venv {{VENV}}</a:t>
            </a:r>
            <a:br/>
            <a:r>
              <a:t>    {{VENV}}/bin/pip install -r requirements.txt</a:t>
            </a:r>
            <a:br/>
            <a:br/>
            <a:r>
              <a:t>test:</a:t>
            </a:r>
            <a:br/>
            <a:r>
              <a:t>    {{VENV}}/bin/pytest tests/ -v --cov=src</a:t>
            </a:r>
            <a:br/>
            <a:br/>
            <a:r>
              <a:t>lint:</a:t>
            </a:r>
            <a:br/>
            <a:r>
              <a:t>    {{VENV}}/bin/black --check src/</a:t>
            </a:r>
            <a:br/>
            <a:br/>
            <a:r>
              <a:t>dev:</a:t>
            </a:r>
            <a:br/>
            <a:r>
              <a:t>    {{VENV}}/bin/uvicorn main:app --reload</a:t>
            </a:r>
            <a:br/>
            <a:br/>
            <a:r>
              <a:t>check: lint 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5100"/>
                </a:solidFill>
                <a:latin typeface="Newsreader"/>
              </a:defRPr>
            </a:pPr>
            <a:r>
              <a:t>— Ejemplo Java + Node + Docker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3EB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lnSpc>
                <a:spcPct val="120000"/>
              </a:lnSpc>
              <a:defRPr sz="1100">
                <a:solidFill>
                  <a:srgbClr val="1C1C19"/>
                </a:solidFill>
                <a:latin typeface="Courier New"/>
              </a:defRPr>
            </a:pPr>
            <a:r>
              <a:t># Java + Docker</a:t>
            </a:r>
            <a:br/>
            <a:r>
              <a:t>build:</a:t>
            </a:r>
            <a:br/>
            <a:r>
              <a:t>    gradle build</a:t>
            </a:r>
            <a:br/>
            <a:br/>
            <a:r>
              <a:t>docker-build: build</a:t>
            </a:r>
            <a:br/>
            <a:r>
              <a:t>    docker build -t myapp:latest .</a:t>
            </a:r>
            <a:br/>
            <a:br/>
            <a:r>
              <a:t># Node + npm</a:t>
            </a:r>
            <a:br/>
            <a:r>
              <a:t>install:</a:t>
            </a:r>
            <a:br/>
            <a:r>
              <a:t>    npm ci</a:t>
            </a:r>
            <a:br/>
            <a:br/>
            <a:r>
              <a:t>dev:</a:t>
            </a:r>
            <a:br/>
            <a:r>
              <a:t>    npm run dev</a:t>
            </a:r>
            <a:br/>
            <a:br/>
            <a:r>
              <a:t># Orquestación</a:t>
            </a:r>
            <a:br/>
            <a:r>
              <a:t>local-setup: install docker-build</a:t>
            </a:r>
            <a:br/>
            <a:r>
              <a:t>    echo "Ready!"</a:t>
            </a:r>
            <a:br/>
            <a:br/>
            <a:r>
              <a:t>docker-up:</a:t>
            </a:r>
            <a:br/>
            <a:r>
              <a:t>    docker compose up -d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5100"/>
                </a:solidFill>
                <a:latin typeface="Newsreader"/>
              </a:defRPr>
            </a:pPr>
            <a:r>
              <a:t>— Modularización: Stack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justfile principal orquesta múltiples módulos: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mod api 'api/api.justfile'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mod web 'web/web.justfile'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mod infra 'infra/infra.justfile'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dev: api-dev web-dev infra-up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just dev          # Corre todo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just api-dev      # Solo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5100"/>
                </a:solidFill>
                <a:latin typeface="Newsreader"/>
              </a:defRPr>
            </a:pPr>
            <a:r>
              <a:t>— ✓ Usa Just cuando...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Equipos multidisciplinarios (backend, frontend, DevOps)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Proyectos polyglot (Python + Node + Go + Java...)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Monorepos (múltiples servicios)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Onboarding: just lista tareas, just --help TAREA muestra cómo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Documentación viva (el justfile es la documentación)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5100"/>
                </a:solidFill>
                <a:latin typeface="Newsreader"/>
              </a:defRPr>
            </a:pPr>
            <a:r>
              <a:t>— ✗ NO uses Just cuando...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Proyecto puro de un lenguaje (npm scripts, Cargo ya resuelven)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Necesitas gestión de dependencias (npm, pip, cargo son mejores)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Automatización industrial (Terraform, Ansible, job scheduler)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• Build system complejo (CMake, Bazel, Meson)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Just orquesta, no reemplaza herramientas especializadas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5100"/>
                </a:solidFill>
                <a:latin typeface="Newsreader"/>
              </a:defRPr>
            </a:pPr>
            <a:r>
              <a:t>— 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Just resume: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→ Es Make pero moderno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→ Funciona con cualquier lenguaje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→ Orquesta, no reemplaza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TL;DR: Si tu README tiene un apartado 'Comandos', usa un justfile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1C1C19"/>
                </a:solidFill>
                <a:latin typeface="Newsreader"/>
              </a:defRPr>
            </a:pPr>
            <a:r>
              <a:t>GitHub: github.com/casey/just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